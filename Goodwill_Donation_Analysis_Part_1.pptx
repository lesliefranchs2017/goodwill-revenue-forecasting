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D2A63-666F-4D67-B16E-97EE086B561C}" v="1" dt="2026-06-04T09:30:34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04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A226"/>
                </a:solidFill>
                <a:latin typeface="Aptos Display"/>
              </a:rPr>
              <a:t>DATA ENGINEERING + ML 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ptos Display"/>
              </a:rPr>
              <a:t>Goodwill Donation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B9C6D1"/>
                </a:solidFill>
                <a:latin typeface="Aptos Display"/>
              </a:rPr>
              <a:t>Part 1 of 3  |  Original Slides 1–5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886200"/>
            <a:ext cx="36576" cy="502920"/>
          </a:xfrm>
          <a:prstGeom prst="rect">
            <a:avLst/>
          </a:prstGeom>
          <a:solidFill>
            <a:srgbClr val="F5A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831336"/>
            <a:ext cx="59436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Display"/>
              </a:rPr>
              <a:t>Split for GitHub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16052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9C6D1"/>
                </a:solidFill>
                <a:latin typeface="Aptos Display"/>
              </a:rPr>
              <a:t>Original slide formatting and graphics preserved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6309360"/>
            <a:ext cx="1097280" cy="256032"/>
          </a:xfrm>
          <a:prstGeom prst="roundRect">
            <a:avLst/>
          </a:prstGeom>
          <a:solidFill>
            <a:srgbClr val="24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Part 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3" y="35169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4396" y="5570219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05A69"/>
                </a:solidFill>
              </a:defRPr>
            </a:pPr>
            <a:r>
              <a:t>Goodwill volunteer service — firsthand exposure to donation intake and local operations.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77B86-86B6-36E4-7800-64D5273F592A}"/>
              </a:ext>
            </a:extLst>
          </p:cNvPr>
          <p:cNvSpPr/>
          <p:nvPr/>
        </p:nvSpPr>
        <p:spPr>
          <a:xfrm>
            <a:off x="6903720" y="2012617"/>
            <a:ext cx="4160520" cy="3154680"/>
          </a:xfrm>
          <a:prstGeom prst="rect">
            <a:avLst/>
          </a:prstGeom>
          <a:solidFill>
            <a:srgbClr val="F2F2F2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oodwill_volunteer_photo_upright.jpg">
            <a:extLst>
              <a:ext uri="{FF2B5EF4-FFF2-40B4-BE49-F238E27FC236}">
                <a16:creationId xmlns:a16="http://schemas.microsoft.com/office/drawing/2014/main" id="{ED45E239-6AC1-25AC-19FC-4C4FB0F5C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75" y="2012616"/>
            <a:ext cx="236601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odwill_pdf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42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Leslie Franchs</dc:creator>
  <cp:keywords/>
  <dc:description>generated using python-pptx</dc:description>
  <cp:lastModifiedBy>Leslie Franchs</cp:lastModifiedBy>
  <cp:revision>5</cp:revision>
  <dcterms:created xsi:type="dcterms:W3CDTF">2013-01-27T09:14:16Z</dcterms:created>
  <dcterms:modified xsi:type="dcterms:W3CDTF">2026-06-04T18:02:35Z</dcterms:modified>
  <cp:category/>
</cp:coreProperties>
</file>