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62" r:id="rId3"/>
    <p:sldId id="263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D2A63-666F-4D67-B16E-97EE086B561C}" v="1" dt="2026-06-04T09:30:34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04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A226"/>
                </a:solidFill>
                <a:latin typeface="Aptos Display"/>
              </a:rPr>
              <a:t>DATA ENGINEERING + ML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ptos Display"/>
              </a:rPr>
              <a:t>Goodwill Donation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B9C6D1"/>
                </a:solidFill>
                <a:latin typeface="Aptos Display"/>
              </a:rPr>
              <a:t>Part 2 of 3  |  Original Slides 6–10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886200"/>
            <a:ext cx="36576" cy="502920"/>
          </a:xfrm>
          <a:prstGeom prst="rect">
            <a:avLst/>
          </a:prstGeom>
          <a:solidFill>
            <a:srgbClr val="F5A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831336"/>
            <a:ext cx="59436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Split for GitHub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16052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9C6D1"/>
                </a:solidFill>
                <a:latin typeface="Aptos Display"/>
              </a:rPr>
              <a:t>Original slide formatting and graphics preserved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6309360"/>
            <a:ext cx="1097280" cy="256032"/>
          </a:xfrm>
          <a:prstGeom prst="roundRect">
            <a:avLst/>
          </a:prstGeom>
          <a:solidFill>
            <a:srgbClr val="24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Part 2/3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odwill_pdf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odwill_pdf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odwill_pdf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odwill_pdf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odwill_pdf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29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Leslie Franchs</dc:creator>
  <cp:keywords/>
  <dc:description>generated using python-pptx</dc:description>
  <cp:lastModifiedBy>Leslie Franchs</cp:lastModifiedBy>
  <cp:revision>5</cp:revision>
  <dcterms:created xsi:type="dcterms:W3CDTF">2013-01-27T09:14:16Z</dcterms:created>
  <dcterms:modified xsi:type="dcterms:W3CDTF">2026-06-04T18:03:33Z</dcterms:modified>
  <cp:category/>
</cp:coreProperties>
</file>